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1279f53984772" /><Relationship Type="http://schemas.openxmlformats.org/officeDocument/2006/relationships/extended-properties" Target="/docProps/app.xml" Id="Rc002fb2af8ea417c" /><Relationship Type="http://schemas.openxmlformats.org/officeDocument/2006/relationships/officeDocument" Target="/ppt/presentation.xml" Id="R07363c6cb59a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d2ac44a9b4a08"/>
  </p:sldMasterIdLst>
  <p:notesMasterIdLst>
    <p:notesMasterId xmlns:r="http://schemas.openxmlformats.org/officeDocument/2006/relationships" r:id="R765436d18437421a"/>
  </p:notesMasterIdLst>
  <p:sldIdLst>
    <p:sldId xmlns:r="http://schemas.openxmlformats.org/officeDocument/2006/relationships" id="256" r:id="R89c537fcdf1e4812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943377006e42cc" /><Relationship Type="http://schemas.openxmlformats.org/officeDocument/2006/relationships/slideMaster" Target="/ppt/slideMasters/slideMaster1.xml" Id="Ra97d2ac44a9b4a08" /><Relationship Type="http://schemas.openxmlformats.org/officeDocument/2006/relationships/notesMaster" Target="/ppt/notesMasters/notesMaster1.xml" Id="R765436d18437421a" /><Relationship Type="http://schemas.openxmlformats.org/officeDocument/2006/relationships/presProps" Target="/ppt/presProps.xml" Id="R1f4196253aa1434a" /><Relationship Type="http://schemas.openxmlformats.org/officeDocument/2006/relationships/tableStyles" Target="/ppt/tableStyles.xml" Id="R65392fd571fc4ded" /><Relationship Type="http://schemas.openxmlformats.org/officeDocument/2006/relationships/slide" Target="/ppt/slides/slide1.xml" Id="R89c537fcdf1e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a222118e4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e5da36dee4fa7" /><Relationship Type="http://schemas.openxmlformats.org/officeDocument/2006/relationships/notesMaster" Target="/ppt/notesMasters/notesMaster1.xml" Id="Ra436510d3fd943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7e7444834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867ce99f5409f" /><Relationship Type="http://schemas.openxmlformats.org/officeDocument/2006/relationships/slideLayout" Target="/ppt/slideLayouts/slideLayout1.xml" Id="R4b0b2bb6656940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0b2bb6656940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5cfd293714435" /><Relationship Type="http://schemas.openxmlformats.org/officeDocument/2006/relationships/notesSlide" Target="/ppt/notesSlides/notesSlide1.xml" Id="R34655b489eb8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"/>
          <p:cNvGraphicFramePr/>
          <p:nvPr/>
        </p:nvGraphicFramePr>
        <p:xfrm>
          <a:off xmlns:a="http://schemas.openxmlformats.org/drawingml/2006/main" x="266700" y="952500"/>
          <a:ext xmlns:a="http://schemas.openxmlformats.org/drawingml/2006/main" cx="14706600" cy="666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333625"/>
                <a:gridCol w="2428875"/>
                <a:gridCol w="2190750"/>
                <a:gridCol w="2476500"/>
                <a:gridCol w="2190750"/>
                <a:gridCol w="14668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</a:rPr>
                        <a:t>Plano</a:t>
                      </a:r>
                    </a:p>
                  </a:txBody>
                  <a:tcPr marL="91440" marR="91440" marT="45720" marB="45720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22222"/>
                          </a:solidFill>
                        </a:rPr>
                        <a:t>Tipo de Tarefa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Daily Driver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Alternativa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Mais Difíceis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Alternativa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Maior Volume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</a:rPr>
                        <a:t>Alternativa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</a:tr>
              <a:tr h="17526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</a:rPr>
                        <a:t>Plus $20</a:t>
                      </a:r>
                    </a:p>
                  </a:txBody>
                  <a:tcPr marL="91440" marR="91440" marT="45720" marB="4572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Medium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Grok 4.5 / Sonnet 5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High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Fable Low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Luna Medium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Kimi K2.7 / GLM 5.2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</a:tr>
              <a:tr h="17526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</a:rPr>
                        <a:t>Pro $100</a:t>
                      </a:r>
                    </a:p>
                  </a:txBody>
                  <a:tcPr marL="91440" marR="91440" marT="45720" marB="4572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High / Medium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Opus 4.8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XHigh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Fable High/XHigh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Luna High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Sonnet 5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</a:tr>
              <a:tr h="17526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11111"/>
                          </a:solidFill>
                        </a:rPr>
                        <a:t>Pro $200</a:t>
                      </a:r>
                    </a:p>
                  </a:txBody>
                  <a:tcPr marL="91440" marR="91440" marT="45720" marB="4572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High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Fable Low</a:t>
                      </a:r>
                    </a:p>
                  </a:txBody>
                  <a:tcPr marL="91440" marR="91440" marT="45720" marB="45720">
                    <a:solidFill>
                      <a:srgbClr val="DCE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Sol XHigh/Max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Fable XHigh/Max</a:t>
                      </a:r>
                    </a:p>
                  </a:txBody>
                  <a:tcPr marL="91440" marR="91440" marT="45720" marB="45720">
                    <a:solidFill>
                      <a:srgbClr val="EA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Luna XHigh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</a:rPr>
                        <a:t>Sonnet 5 / Grok 4</a:t>
                      </a:r>
                    </a:p>
                  </a:txBody>
                  <a:tcPr marL="91440" marR="91440" marT="45720" marB="45720">
                    <a:solidFill>
                      <a:srgbClr val="FFF5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309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2026-07-22T13:36:46.5370000Z</dcterms:created>
  <dcterms:modified xsi:type="dcterms:W3CDTF">2026-07-22T13:36:46.5370000Z</dcterms:modified>
</coreProperties>
</file>